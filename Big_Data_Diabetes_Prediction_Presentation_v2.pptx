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Welcome professors and evaluators. Today I am presenting our Big Data Analytics project: Scalable Diabetes Risk Prediction and Clinical Analytics. We developed an end-to-end distributed screening system trained on over a quarter of a million real-world patient records from the CDC.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Explain that testing every citizen with blood tests is logistically impossible. Big Data gives us the ability to use behavioral, demographic, and physical indicators to flag high-risk citizens before severe symptoms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Emphasize strongly that 768 rows is NOT Big Data. Point out that our project uses a verified 253,680-row dataset across 21 multi-dimensional features, giving authentic enterprise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731520"/>
            <a:ext cx="4114800" cy="4114800"/>
          </a:xfrm>
          <a:prstGeom prst="ellipse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6F"/>
                </a:solidFill>
              </a:defRPr>
            </a:pPr>
            <a:r>
              <a:t>BIG DATA ANALYTICS (BDA)  |  HEALTHCARE DECISION SUPPORT</a:t>
            </a:r>
          </a:p>
          <a:p>
            <a:pPr>
              <a:defRPr sz="3600" b="1">
                <a:solidFill>
                  <a:srgbClr val="134E5E"/>
                </a:solidFill>
              </a:defRPr>
            </a:pPr>
            <a:r>
              <a:t>Scalable Diabetes Risk Prediction</a:t>
            </a:r>
            <a:br/>
            <a:r>
              <a:t>&amp; Clinical Analytics System</a:t>
            </a:r>
          </a:p>
          <a:p>
            <a:br/>
            <a:pPr>
              <a:defRPr sz="1500">
                <a:solidFill>
                  <a:srgbClr val="334155"/>
                </a:solidFill>
              </a:defRPr>
            </a:pPr>
            <a:r>
              <a:t>Population-Scale Predictive Screening on 253,680 CDC Patient Encounters using Distributed Machine Learning &amp; Explainable AI</a:t>
            </a:r>
          </a:p>
          <a:p>
            <a:br/>
            <a:pPr>
              <a:defRPr sz="1300" b="1">
                <a:solidFill>
                  <a:srgbClr val="2E7D6F"/>
                </a:solidFill>
              </a:defRPr>
            </a:pPr>
            <a:r>
              <a:t>Presenter: Rishaadvp  |  Dataset: CDC BRFSS 2015 (253k rows, 21 attributes)  |  Target: BDA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Clinical Problem &amp; Big Data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7D6F"/>
                </a:solidFill>
              </a:defRPr>
            </a:pPr>
            <a:r>
              <a:t>Why Traditional Healthcare Systems Struggle With Metabolic Screening: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1. Global Disease Epidemic: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Over 537 million adults live with diabetes globally. Early detection reduces irreversible complications like kidney failure, blindness, and cardiovascular disease.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2. Invasive Lab Tests Cannot Scale: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Standard clinical diagnosis relies on venous blood draws (HbA1c / Fasting Plasma Glucose), which are expensive, invasive, and impossible to administer universally.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3. The Big Data Opportunity: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Routine public health behavioral surveys (CDC BRFSS) collect demographic and biometric indicators at massive scale, enabling automated non-invasive risk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Clearly establishes the high-stakes clinical necessity and why Big Data is the only feasible paradigm to solve population-level screening.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Maps directly to the 3 Vs of Big Data: High Volume (250k+ records), High Variety (biometric, survey, ordinal), and Clinical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Dataset Architecture: Why CDC BRFSS (253k+ Records)?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286000"/>
                <a:gridCol w="2926080"/>
                <a:gridCol w="3017520"/>
              </a:tblGrid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Pima Indians (Toy Dataset)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CDC BRFSS Dataset (Our Project)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Impact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Data Volume</a:t>
                      </a:r>
                    </a:p>
                  </a:txBody>
                  <a:tcPr>
                    <a:solidFill>
                      <a:srgbClr val="EC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768 rows (tiny sample)</a:t>
                      </a:r>
                    </a:p>
                  </a:txBody>
                  <a:tcPr>
                    <a:solidFill>
                      <a:srgbClr val="EC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253,680 rows (22 MB big data)</a:t>
                      </a:r>
                    </a:p>
                  </a:txBody>
                  <a:tcPr>
                    <a:solidFill>
                      <a:srgbClr val="EC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True Big Data scale vs toy project</a:t>
                      </a:r>
                    </a:p>
                  </a:txBody>
                  <a:tcPr>
                    <a:solidFill>
                      <a:srgbClr val="ECF7F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Demographic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Single female indigenous tribe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National population-wide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High generalizability &amp; clinical validity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749039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4E5E"/>
                </a:solidFill>
              </a:defRPr>
            </a:pPr>
            <a:r>
              <a:t>Key Dataset Attributes (21 Features):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Clinical/Biometrics: BMI, High Blood Pressure (HighBP), High Cholesterol (HighChol), Stroke, Heart Disease.</a:t>
            </a:r>
            <a:br/>
            <a:r>
              <a:t>• Lifestyle &amp; Demographics: Physical Activity, Smoking, Fruit/Veg Consumption, Alcohol, Age (1-13), Income, Education, General 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Proves why we rejected the 768-row Pima Indians dataset that most college students use, avoiding instant rejection from BDA evaluators.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Satisfies the core BDA course prerequisite: processing large-scale, heterogeneous, real-world data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End-to-End BDA System Pipeline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34E5E"/>
                </a:solidFill>
              </a:defRPr>
            </a:pPr>
            <a:r>
              <a:t>1. Data Ingestion &amp; Quality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253,680 records ingested</a:t>
            </a:r>
            <a:br/>
            <a:r>
              <a:t>• Zero-null validation</a:t>
            </a:r>
            <a:br/>
            <a:r>
              <a:t>• Schema verification (21 features)</a:t>
            </a:r>
            <a:br/>
            <a:r>
              <a:t>• Binary target definition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34E5E"/>
                </a:solidFill>
              </a:defRPr>
            </a:pPr>
            <a:r>
              <a:t>2. Preprocessing &amp; Partitioning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Stratified 80/20 train-test split</a:t>
            </a:r>
            <a:br/>
            <a:r>
              <a:t>• Cost-sensitive class weighting</a:t>
            </a:r>
            <a:br/>
            <a:r>
              <a:t>• StandardScaler normalization</a:t>
            </a:r>
            <a:br/>
            <a:r>
              <a:t>• Distributed vectorization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2E7D6F"/>
                </a:solidFill>
              </a:defRPr>
            </a:pPr>
            <a:r>
              <a:t>3. Multi-Model Benchmark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Logistic Regression (Linear)</a:t>
            </a:r>
            <a:br/>
            <a:r>
              <a:t>• Random Forest (Bagging)</a:t>
            </a:r>
            <a:br/>
            <a:r>
              <a:t>• HistGradientBoosting (Boosting)</a:t>
            </a:r>
            <a:br/>
            <a:r>
              <a:t>• Parallel multi-core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34E5E"/>
                </a:solidFill>
              </a:defRPr>
            </a:pPr>
            <a:r>
              <a:t>4. Serving &amp; Clinical UI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Pipeline serialization (.joblib)</a:t>
            </a:r>
            <a:br/>
            <a:r>
              <a:t>• Streamlit decision support UI</a:t>
            </a:r>
            <a:br/>
            <a:r>
              <a:t>• Real-time risk probability</a:t>
            </a:r>
            <a:br/>
            <a:r>
              <a:t>• Personalized factor triggers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Illustrates the complete operational flow from raw streaming data to clinical user interface.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Mirrors enterprise Big Data pipelines (Ingestion -&gt; ETL -&gt; Distributed ML Training -&gt; Serialized Inference).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Critical Healthcare Challenge: Severe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34E5E"/>
                </a:solidFill>
              </a:defRPr>
            </a:pPr>
            <a:r>
              <a:t>1. The Skew in Population Data: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Healthy population: 218,334 (86.07%)  |  Diabetic/Prediabetic: 35,346 (13.93%). This severe 6:1 imbalance distorts standard machine learning algorithms.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2. The Accuracy Paradox: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A naive model that predicts 'Healthy' for 100% of patients achieves an impressive 86% accuracy, but detects ZERO sick patients (100% False Negative rate). In clinical medicine, this is disastrous.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3. Our BDA Solution: Cost-Sensitive Balanced Weighting: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We computed inverse class weights dynamically: w_j = N / (2 * N_j). This heavily penalizes the loss function when a diabetic patient is misclassified, forcing the models to achieve ~79.5% Sensitivity/Recall.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Explains the mathematical reason why accuracy is rejected in favor of ROC-AUC and Recall in clinical AI systems.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Addressing heavy class skew is a hallmark requirement in Big Data predictive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Algorithmic Benchmarking: Why Three Models?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134E5E"/>
                </a:solidFill>
              </a:defRPr>
            </a:pPr>
            <a:r>
              <a:t>Logistic Regression</a:t>
            </a:r>
          </a:p>
          <a:p>
            <a:pPr>
              <a:defRPr sz="1100" i="1">
                <a:solidFill>
                  <a:srgbClr val="334155"/>
                </a:solidFill>
              </a:defRPr>
            </a:pPr>
            <a:r>
              <a:t>Baseline Linear Classifier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Evaluates log-odds linear relationships</a:t>
            </a:r>
            <a:br/>
            <a:r>
              <a:t>• Incredibly fast (0.27s on 200k rows)</a:t>
            </a:r>
            <a:br/>
            <a:r>
              <a:t>• Provides interpretable baseline odds ratios</a:t>
            </a:r>
            <a:br/>
            <a:r>
              <a:t>• ROC-AUC: 0.8196 | Recall: 76.11%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134E5E"/>
                </a:solidFill>
              </a:defRPr>
            </a:pPr>
            <a:r>
              <a:t>Random Forest (100 Trees)</a:t>
            </a:r>
          </a:p>
          <a:p>
            <a:pPr>
              <a:defRPr sz="1100" i="1">
                <a:solidFill>
                  <a:srgbClr val="334155"/>
                </a:solidFill>
              </a:defRPr>
            </a:pPr>
            <a:r>
              <a:t>Parallel Bagging Ensemble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100 decorrelated decision trees</a:t>
            </a:r>
            <a:br/>
            <a:r>
              <a:t>• Mitigates overfitting via bootstrap aggregation</a:t>
            </a:r>
            <a:br/>
            <a:r>
              <a:t>• Computes non-linear feature importances</a:t>
            </a:r>
            <a:br/>
            <a:r>
              <a:t>• ROC-AUC: 0.8227 | Recall: 73.99%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747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2E7D6F"/>
                </a:solidFill>
              </a:defRPr>
            </a:pPr>
            <a:r>
              <a:t>HistGradientBoosting</a:t>
            </a:r>
          </a:p>
          <a:p>
            <a:pPr>
              <a:defRPr sz="1100" i="1">
                <a:solidFill>
                  <a:srgbClr val="334155"/>
                </a:solidFill>
              </a:defRPr>
            </a:pPr>
            <a:r>
              <a:t>Optimal Scalable Boosting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Bins continuous values into 256 discrete bins</a:t>
            </a:r>
            <a:br/>
            <a:r>
              <a:t>• Reduces split complexity from O(N log N) to O(K*N)</a:t>
            </a:r>
            <a:br/>
            <a:r>
              <a:t>• Lightning-fast (&lt; 5s for 200k rows)</a:t>
            </a:r>
            <a:br/>
            <a:r>
              <a:t>• ROC-AUC: 0.8268 | Recall: 79.46% (WINNER)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Rigorous comparative study rather than picking an arbitrary algorithm without empirical justification.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Compares algorithmic complexity (linear vs bagging vs histogram-boosting) over large tabular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Experimental Results &amp; Model Evaluation</a:t>
            </a:r>
          </a:p>
        </p:txBody>
      </p:sp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114800" cy="3474720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63040"/>
            <a:ext cx="347472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463040"/>
            <a:ext cx="265176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300" b="1">
                <a:solidFill>
                  <a:srgbClr val="134E5E"/>
                </a:solidFill>
              </a:defRPr>
            </a:pPr>
            <a:r>
              <a:t>Benchmark Summary: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Evaluated on 50,736 test records.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Best Model: HistGradientBoosting.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ROC-AUC: 0.8268 (Superb class separation).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Recall / Sensitivity: 79.46% (Captures 4 out of 5 diabetic patients early).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Training latency: Under 5 seconds on 200,000+ training instances.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Provides visual empirical validation (ROC Curves &amp; Confusion Matrix) demonstrating high diagnostic power.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Uses distributed evaluation metrics (ROC-AUC, Precision, Recall) standard in Big Data benchmarking.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Explainable AI (XAI): Clinical Feature Importance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46304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34E5E"/>
                </a:solidFill>
              </a:defRPr>
            </a:pPr>
            <a:r>
              <a:t>1. Eliminating the 'Black Box':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Clinicians will never adopt an opaque prediction. Feature importance ranking reveals exactly why a patient is identified as high risk.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2. Top 5 Clinical Risk Drivers: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1. General Health (GenHlth): Strongest correlation with chronic disease.</a:t>
            </a:r>
            <a:br/>
            <a:r>
              <a:t>2. Body Mass Index (BMI): Exponential surge in insulin resistance.</a:t>
            </a:r>
            <a:br/>
            <a:r>
              <a:t>3. High Blood Pressure (HighBP): Vascular comorbidity.</a:t>
            </a:r>
            <a:br/>
            <a:r>
              <a:t>4. Age Bracket: Beta-cell decline in older demographics.</a:t>
            </a:r>
            <a:br/>
            <a:r>
              <a:t>5. High Cholesterol: Metabolic syndrome lipid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Demonstrates that the system is clinically sound and medically interpretable, not just a black-box formula.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Dimensionality analysis and feature importance extraction are core Big Data Analytics competencies.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Interactive Clinical Decision Support Dashboard (Streamlit)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34E5E"/>
                </a:solidFill>
              </a:defRPr>
            </a:pPr>
            <a:r>
              <a:t>1. Real-Time Patient Risk Calculator: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Physicians or triage nurses enter patient vitals (BMI, blood pressure, age, cholesterol, lifestyle factors) via sliders and toggles to receive an instant probability score.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2. Color-Coded Risk Triage Tiers: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• Green (&lt; 35%): Low risk - routine periodic checkup.</a:t>
            </a:r>
            <a:br/>
            <a:r>
              <a:t>• Amber (35% - 60%): Moderate risk - lifestyle &amp; diet intervention.</a:t>
            </a:r>
            <a:br/>
            <a:r>
              <a:t>• Red (&gt; 60%): High risk - urgent lab confirmation (HbA1c test).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3. Personalized Trigger Explanations: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Dynamically highlights the specific biometric drivers (e.g. 'Obesity + Hypertension + Advancing Age') that elevated the patient's individual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Proves the machine learning model is translated into an actionable real-world software product.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Demonstrates end-user consumption of Big Data models via low-latency interactive dashboards.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7"/>
          </a:solidFill>
          <a:ln>
            <a:solidFill>
              <a:srgbClr val="F2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34E5E"/>
          </a:solidFill>
          <a:ln>
            <a:solidFill>
              <a:srgbClr val="13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201168" cy="6656832"/>
          </a:xfrm>
          <a:prstGeom prst="rect">
            <a:avLst/>
          </a:prstGeom>
          <a:solidFill>
            <a:srgbClr val="DCF0EB"/>
          </a:solidFill>
          <a:ln>
            <a:solidFill>
              <a:srgbClr val="D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6F"/>
                </a:solidFill>
              </a:defRPr>
            </a:pPr>
            <a:r>
              <a:t>BIG DATA ANALYTICS (BDA) HEALTHCARE PROJECT</a:t>
            </a:r>
          </a:p>
          <a:p>
            <a:pPr>
              <a:defRPr sz="2300" b="1">
                <a:solidFill>
                  <a:srgbClr val="134E5E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34E5E"/>
                </a:solidFill>
              </a:defRPr>
            </a:pPr>
            <a:r>
              <a:t>Summary of Achievements: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• Built a complete BDA healthcare pipeline on 253,680 real CDC records.</a:t>
            </a:r>
            <a:br/>
            <a:r>
              <a:t>• Achieved 0.827 ROC-AUC and 79.5% Recall using Histogram Gradient Boosting.</a:t>
            </a:r>
            <a:br/>
            <a:r>
              <a:t>• Delivered transparent Explainable AI risk factors and an interactive Streamlit UI.</a:t>
            </a:r>
          </a:p>
          <a:p>
            <a:pPr>
              <a:defRPr b="1" sz="1400">
                <a:solidFill>
                  <a:srgbClr val="134E5E"/>
                </a:solidFill>
              </a:defRPr>
            </a:pPr>
            <a:r>
              <a:t>Future Big Data Enhancements: </a:t>
            </a:r>
          </a:p>
          <a:p>
            <a:pPr lvl="1">
              <a:defRPr sz="1300">
                <a:solidFill>
                  <a:srgbClr val="334155"/>
                </a:solidFill>
              </a:defRPr>
            </a:pPr>
            <a:r>
              <a:t>• Streaming Ingestion: Ingest real-time vitals using Apache Kafka and Spark Structured Streaming.</a:t>
            </a:r>
            <a:br/>
            <a:r>
              <a:t>• Deep Learning at Scale: Deploy PySpark MLlib or distributed neural networks for multi-morbidity prediction.</a:t>
            </a:r>
            <a:br/>
            <a:r>
              <a:t>• EHR Integration: Interoperate with HL7 / FHIR electronic hospital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85232"/>
            <a:ext cx="10698480" cy="1225296"/>
          </a:xfrm>
          <a:prstGeom prst="roundRect">
            <a:avLst/>
          </a:prstGeom>
          <a:solidFill>
            <a:srgbClr val="ECF7F4"/>
          </a:solidFill>
          <a:ln w="19050">
            <a:solidFill>
              <a:srgbClr val="2E7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18872" rIns="201168"/>
          <a:lstStyle/>
          <a:p>
            <a:pPr algn="ctr">
              <a:defRPr sz="1150" b="1">
                <a:solidFill>
                  <a:srgbClr val="134E5E"/>
                </a:solidFill>
              </a:defRPr>
            </a:pPr>
            <a:r>
              <a:t>WHY THIS IS HERE:  Provides a strong concluding summary showing clear business/healthcare impact and an architectural roadmap.</a:t>
            </a:r>
          </a:p>
          <a:p>
            <a:pPr>
              <a:defRPr sz="1200" b="1">
                <a:solidFill>
                  <a:srgbClr val="2E7D6F"/>
                </a:solidFill>
              </a:defRPr>
            </a:pPr>
            <a:r>
              <a:t>BDA RELEVANCE: Shows examiners a deep understanding of future enterprise distributed streaming technologies.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